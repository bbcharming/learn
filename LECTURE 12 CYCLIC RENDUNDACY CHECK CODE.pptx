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2DC67-2507-44E9-B19B-E9FC731C30B2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6D01B-DBC8-4E5B-934B-35BC5F691B3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LECTURE 12:CYCLIC REDUNDANCY CHECK CODE(CRC)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W" dirty="0"/>
              <a:t>M</a:t>
            </a:r>
            <a:r>
              <a:rPr lang="en-ZW" dirty="0" smtClean="0"/>
              <a:t>ost </a:t>
            </a:r>
            <a:r>
              <a:rPr lang="en-ZW" dirty="0"/>
              <a:t>powerful error checking </a:t>
            </a:r>
            <a:r>
              <a:rPr lang="en-ZW" dirty="0" smtClean="0"/>
              <a:t>technique</a:t>
            </a:r>
          </a:p>
          <a:p>
            <a:r>
              <a:rPr lang="en-ZW" dirty="0" smtClean="0"/>
              <a:t>Most </a:t>
            </a:r>
            <a:r>
              <a:rPr lang="en-ZW" dirty="0"/>
              <a:t>communication systems use it.  </a:t>
            </a:r>
            <a:endParaRPr lang="en-ZW" dirty="0" smtClean="0"/>
          </a:p>
          <a:p>
            <a:r>
              <a:rPr lang="en-ZW" dirty="0" smtClean="0"/>
              <a:t>The </a:t>
            </a:r>
            <a:r>
              <a:rPr lang="en-ZW" dirty="0"/>
              <a:t>CRC is based on binary division to produce redundant bits that are added to the least significant bit of the message</a:t>
            </a:r>
            <a:r>
              <a:rPr lang="en-ZW" dirty="0" smtClean="0"/>
              <a:t>.</a:t>
            </a:r>
          </a:p>
          <a:p>
            <a:r>
              <a:rPr lang="en-ZW" dirty="0" smtClean="0"/>
              <a:t> </a:t>
            </a:r>
            <a:r>
              <a:rPr lang="en-ZW" dirty="0"/>
              <a:t>These redundant bits are the remainder of dividing the message by a predetermined divisor</a:t>
            </a:r>
            <a:r>
              <a:rPr lang="en-ZW" dirty="0" smtClean="0"/>
              <a:t>.</a:t>
            </a:r>
          </a:p>
          <a:p>
            <a:r>
              <a:rPr lang="en-ZW" dirty="0" smtClean="0"/>
              <a:t> </a:t>
            </a:r>
            <a:r>
              <a:rPr lang="en-ZW" dirty="0"/>
              <a:t>The message is called a polynomial and has coefficients 0 and 1.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The divisor is called generating polynomial. When the redundant bits (CRC) are appended to the to the data message, the resulting data message is exactly divisible by the generating polynomial.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Conceptual </a:t>
            </a:r>
            <a:r>
              <a:rPr lang="en-ZW" dirty="0"/>
              <a:t>organization of CRC generation and operation mechanism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5000" t="31054" r="21154" b="19088"/>
          <a:stretch>
            <a:fillRect/>
          </a:stretch>
        </p:blipFill>
        <p:spPr bwMode="auto">
          <a:xfrm>
            <a:off x="3810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A valid CRC must have the following two qualities:</a:t>
            </a:r>
            <a:endParaRPr lang="en-US" sz="2800" dirty="0"/>
          </a:p>
          <a:p>
            <a:pPr lvl="1"/>
            <a:r>
              <a:rPr lang="en-ZW" dirty="0"/>
              <a:t>The CRC size(in bits) must be exactly one (1) bit less than the size of the divisor(generating polynomial)</a:t>
            </a:r>
            <a:endParaRPr lang="en-US" sz="2400" dirty="0"/>
          </a:p>
          <a:p>
            <a:pPr lvl="1"/>
            <a:r>
              <a:rPr lang="en-ZW" dirty="0"/>
              <a:t>Appending the CRC to the message must make the message exactly divisible by the generating polynomial(divisor)</a:t>
            </a:r>
            <a:endParaRPr lang="en-US" sz="2400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b="1" dirty="0"/>
              <a:t>Operation</a:t>
            </a:r>
            <a:endParaRPr lang="en-US" b="1" dirty="0"/>
          </a:p>
          <a:p>
            <a:pPr>
              <a:buNone/>
            </a:pPr>
            <a:r>
              <a:rPr lang="en-GB" dirty="0"/>
              <a:t>The above diagram </a:t>
            </a:r>
            <a:r>
              <a:rPr lang="en-GB" dirty="0" smtClean="0"/>
              <a:t>(operates </a:t>
            </a:r>
            <a:r>
              <a:rPr lang="en-GB" dirty="0"/>
              <a:t>as follows:</a:t>
            </a:r>
            <a:endParaRPr lang="en-US" b="1" dirty="0"/>
          </a:p>
          <a:p>
            <a:pPr lvl="0"/>
            <a:r>
              <a:rPr lang="en-GB" dirty="0"/>
              <a:t>A string of n zeros (0s) is appended to the data unit. </a:t>
            </a:r>
            <a:endParaRPr lang="en-US" b="1" dirty="0"/>
          </a:p>
          <a:p>
            <a:pPr lvl="0"/>
            <a:r>
              <a:rPr lang="en-GB" dirty="0"/>
              <a:t>The number </a:t>
            </a:r>
            <a:r>
              <a:rPr lang="en-GB" dirty="0" smtClean="0"/>
              <a:t>n </a:t>
            </a:r>
            <a:r>
              <a:rPr lang="en-GB" dirty="0"/>
              <a:t>(bits) is 1 bit less than the divisor which is N+1 bits. </a:t>
            </a:r>
            <a:endParaRPr lang="en-GB" dirty="0" smtClean="0"/>
          </a:p>
          <a:p>
            <a:pPr lvl="0"/>
            <a:r>
              <a:rPr lang="en-GB" dirty="0" smtClean="0"/>
              <a:t>The </a:t>
            </a:r>
            <a:r>
              <a:rPr lang="en-GB" dirty="0"/>
              <a:t>newly elongated data unit is divided by the divisor using modulo-2 arithmetic. </a:t>
            </a:r>
            <a:endParaRPr lang="en-US" b="1" dirty="0"/>
          </a:p>
          <a:p>
            <a:pPr lvl="0"/>
            <a:r>
              <a:rPr lang="en-GB" dirty="0"/>
              <a:t>The remainder of this division is the CRC. The quotient is discarded. The CRC of N bits replaces the zeros (0s) at the data unit. </a:t>
            </a:r>
            <a:endParaRPr lang="en-GB" dirty="0" smtClean="0"/>
          </a:p>
          <a:p>
            <a:pPr lvl="0"/>
            <a:r>
              <a:rPr lang="en-GB" dirty="0" smtClean="0"/>
              <a:t>It </a:t>
            </a:r>
            <a:r>
              <a:rPr lang="en-GB" dirty="0"/>
              <a:t>is also possible to have CRC of all zeros (0s</a:t>
            </a:r>
            <a:r>
              <a:rPr lang="en-GB" dirty="0" smtClean="0"/>
              <a:t>).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GB" dirty="0" smtClean="0"/>
              <a:t> The data unit arrives first at the receiver followed by the CRC</a:t>
            </a:r>
            <a:endParaRPr lang="en-US" b="1" dirty="0" smtClean="0"/>
          </a:p>
          <a:p>
            <a:pPr lvl="0"/>
            <a:r>
              <a:rPr lang="en-GB" dirty="0" smtClean="0"/>
              <a:t>The receiver treats the whole string as a unit and divides it by the same divisor used at the transmitter to produce the CRC</a:t>
            </a:r>
            <a:endParaRPr lang="en-US" b="1" dirty="0" smtClean="0"/>
          </a:p>
          <a:p>
            <a:pPr lvl="0"/>
            <a:r>
              <a:rPr lang="en-GB" dirty="0" smtClean="0"/>
              <a:t>If the string was received without error, the CRC checker will give a remainder of zero (0)</a:t>
            </a:r>
            <a:endParaRPr lang="en-US" b="1" dirty="0" smtClean="0"/>
          </a:p>
          <a:p>
            <a:pPr lvl="0"/>
            <a:r>
              <a:rPr lang="en-GB" dirty="0" smtClean="0"/>
              <a:t>If the string was received with errors the remainder will be non-zero and the data unit ill be rejected.</a:t>
            </a:r>
            <a:endParaRPr lang="en-US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Modulo-2 binary division operates as follows:</a:t>
            </a:r>
            <a:endParaRPr lang="en-US" b="1" dirty="0"/>
          </a:p>
          <a:p>
            <a:pPr lvl="0"/>
            <a:r>
              <a:rPr lang="en-GB" dirty="0"/>
              <a:t>0 – </a:t>
            </a:r>
            <a:r>
              <a:rPr lang="en-GB" dirty="0" err="1"/>
              <a:t>0</a:t>
            </a:r>
            <a:r>
              <a:rPr lang="en-GB" dirty="0"/>
              <a:t> = </a:t>
            </a:r>
            <a:r>
              <a:rPr lang="en-GB" dirty="0" err="1"/>
              <a:t>0</a:t>
            </a:r>
            <a:endParaRPr lang="en-US" b="1" dirty="0"/>
          </a:p>
          <a:p>
            <a:pPr lvl="0"/>
            <a:r>
              <a:rPr lang="en-GB" dirty="0"/>
              <a:t>1 – 0 = 1</a:t>
            </a:r>
            <a:endParaRPr lang="en-US" b="1" dirty="0"/>
          </a:p>
          <a:p>
            <a:pPr lvl="0"/>
            <a:r>
              <a:rPr lang="en-GB" dirty="0"/>
              <a:t>1 – </a:t>
            </a:r>
            <a:r>
              <a:rPr lang="en-GB" dirty="0" err="1"/>
              <a:t>1</a:t>
            </a:r>
            <a:r>
              <a:rPr lang="en-GB" dirty="0"/>
              <a:t> = 0</a:t>
            </a:r>
            <a:endParaRPr lang="en-US" b="1" dirty="0"/>
          </a:p>
          <a:p>
            <a:pPr lvl="0"/>
            <a:r>
              <a:rPr lang="en-GB" dirty="0"/>
              <a:t>0 – 1 = </a:t>
            </a:r>
            <a:r>
              <a:rPr lang="en-GB" dirty="0" err="1"/>
              <a:t>1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b="1" dirty="0" smtClean="0"/>
              <a:t>Example 1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Consider </a:t>
            </a:r>
            <a:r>
              <a:rPr lang="en-GB" dirty="0"/>
              <a:t>a data frame 100100 to be transmitted. The generating polynomial (divisor) to be used is: x</a:t>
            </a:r>
            <a:r>
              <a:rPr lang="en-GB" baseline="30000" dirty="0"/>
              <a:t>3</a:t>
            </a:r>
            <a:r>
              <a:rPr lang="en-GB" dirty="0"/>
              <a:t> + x</a:t>
            </a:r>
            <a:r>
              <a:rPr lang="en-GB" baseline="30000" dirty="0"/>
              <a:t>2</a:t>
            </a:r>
            <a:r>
              <a:rPr lang="en-GB" dirty="0"/>
              <a:t> +1. (Note that the least significant bit of the generating polynomial must always be a binary 1. So a binary 1 is always added to it. The generating polynomial translates into: </a:t>
            </a:r>
            <a:endParaRPr lang="en-US" b="1" dirty="0"/>
          </a:p>
          <a:p>
            <a:pPr>
              <a:buNone/>
            </a:pPr>
            <a:r>
              <a:rPr lang="en-GB" dirty="0"/>
              <a:t>x</a:t>
            </a:r>
            <a:r>
              <a:rPr lang="en-GB" baseline="30000" dirty="0"/>
              <a:t>3 </a:t>
            </a:r>
            <a:r>
              <a:rPr lang="en-GB" dirty="0"/>
              <a:t>+ x</a:t>
            </a:r>
            <a:r>
              <a:rPr lang="en-GB" baseline="30000" dirty="0"/>
              <a:t>2 </a:t>
            </a:r>
            <a:r>
              <a:rPr lang="en-GB" dirty="0"/>
              <a:t>+ x + 1 = 1101.  Since the divisor is four (4) bits, the CRC must be one bit less, that is 3 bits. </a:t>
            </a:r>
            <a:endParaRPr lang="en-GB" dirty="0" smtClean="0"/>
          </a:p>
          <a:p>
            <a:r>
              <a:rPr lang="en-GB" dirty="0" smtClean="0"/>
              <a:t>So </a:t>
            </a:r>
            <a:r>
              <a:rPr lang="en-GB" dirty="0"/>
              <a:t>three zeros (000) are appended to the data unit and it becomes 100100000. The elongated data unit is then divided by the divisor to get the CRC using modulo-2 arithmetic.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5160" t="28205" r="45032" b="16809"/>
          <a:stretch>
            <a:fillRect/>
          </a:stretch>
        </p:blipFill>
        <p:spPr bwMode="auto">
          <a:xfrm>
            <a:off x="685800" y="1371601"/>
            <a:ext cx="8458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W" dirty="0"/>
              <a:t>The transmitted bit stream with the CRC appended is: 1 0 </a:t>
            </a:r>
            <a:r>
              <a:rPr lang="en-ZW" dirty="0" err="1"/>
              <a:t>0</a:t>
            </a:r>
            <a:r>
              <a:rPr lang="en-ZW" dirty="0"/>
              <a:t> 1 0 </a:t>
            </a:r>
            <a:r>
              <a:rPr lang="en-ZW" dirty="0" err="1"/>
              <a:t>0</a:t>
            </a:r>
            <a:r>
              <a:rPr lang="en-ZW" dirty="0"/>
              <a:t> </a:t>
            </a:r>
            <a:r>
              <a:rPr lang="en-ZW" dirty="0" err="1"/>
              <a:t>0</a:t>
            </a:r>
            <a:r>
              <a:rPr lang="en-ZW" dirty="0"/>
              <a:t> </a:t>
            </a:r>
            <a:r>
              <a:rPr lang="en-ZW" dirty="0" err="1"/>
              <a:t>0</a:t>
            </a:r>
            <a:r>
              <a:rPr lang="en-ZW" dirty="0"/>
              <a:t> 1</a:t>
            </a:r>
            <a:endParaRPr lang="en-US" dirty="0"/>
          </a:p>
          <a:p>
            <a:r>
              <a:rPr lang="en-ZW" dirty="0"/>
              <a:t>At the receiver the transmitted bit stream (data) is divided again by the generating polynomial an dif the remainder is zero it means no errors occurred during transmission. </a:t>
            </a:r>
            <a:endParaRPr lang="en-ZW" dirty="0" smtClean="0"/>
          </a:p>
          <a:p>
            <a:r>
              <a:rPr lang="en-ZW" dirty="0"/>
              <a:t>A non- zero remainder indicates that error(s) occurred during transmission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>Example 2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 </a:t>
            </a:r>
            <a:r>
              <a:rPr lang="en-ZW" dirty="0"/>
              <a:t>transmitted message is 1 0 </a:t>
            </a:r>
            <a:r>
              <a:rPr lang="en-ZW" dirty="0" err="1"/>
              <a:t>0</a:t>
            </a:r>
            <a:r>
              <a:rPr lang="en-ZW" dirty="0"/>
              <a:t> 1 0 </a:t>
            </a:r>
            <a:r>
              <a:rPr lang="en-ZW" dirty="0" err="1"/>
              <a:t>0</a:t>
            </a:r>
            <a:r>
              <a:rPr lang="en-ZW" dirty="0"/>
              <a:t> </a:t>
            </a:r>
            <a:r>
              <a:rPr lang="en-ZW" dirty="0" err="1"/>
              <a:t>0</a:t>
            </a:r>
            <a:r>
              <a:rPr lang="en-ZW" dirty="0"/>
              <a:t> </a:t>
            </a:r>
            <a:r>
              <a:rPr lang="en-ZW" dirty="0" err="1"/>
              <a:t>0</a:t>
            </a:r>
            <a:r>
              <a:rPr lang="en-ZW" dirty="0"/>
              <a:t> 1</a:t>
            </a:r>
            <a:r>
              <a:rPr lang="en-ZW" dirty="0" smtClean="0"/>
              <a:t>.</a:t>
            </a:r>
          </a:p>
          <a:p>
            <a:pPr>
              <a:buNone/>
            </a:pPr>
            <a:r>
              <a:rPr lang="en-ZW" dirty="0" smtClean="0"/>
              <a:t> </a:t>
            </a:r>
            <a:r>
              <a:rPr lang="en-ZW" dirty="0"/>
              <a:t>We check for the presence/absence of errors by dividing this message with generating polynomial used at the transmitter: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4519" t="27066" r="40064" b="18803"/>
          <a:stretch>
            <a:fillRect/>
          </a:stretch>
        </p:blipFill>
        <p:spPr bwMode="auto">
          <a:xfrm>
            <a:off x="457200" y="1600200"/>
            <a:ext cx="8000999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Examples of common generator polynomials used by communication systems</a:t>
            </a: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4519" t="45584" r="23718" b="37607"/>
          <a:stretch>
            <a:fillRect/>
          </a:stretch>
        </p:blipFill>
        <p:spPr bwMode="auto">
          <a:xfrm>
            <a:off x="1447800" y="2667000"/>
            <a:ext cx="7467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591</Words>
  <Application>Microsoft Office PowerPoint</Application>
  <PresentationFormat>On-screen Show (4:3)</PresentationFormat>
  <Paragraphs>51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LECTURE 12:CYCLIC REDUNDANCY CHECK CODE(CRC)</vt:lpstr>
      <vt:lpstr>PowerPoint Presentation</vt:lpstr>
      <vt:lpstr> Conceptual organization of CRC generation and operation mechanism </vt:lpstr>
      <vt:lpstr>PowerPoint Presentation</vt:lpstr>
      <vt:lpstr>PowerPoint Presentation</vt:lpstr>
      <vt:lpstr>PowerPoint Presentation</vt:lpstr>
      <vt:lpstr>PowerPoint Presentation</vt:lpstr>
      <vt:lpstr>Example 1 </vt:lpstr>
      <vt:lpstr>PowerPoint Presentation</vt:lpstr>
      <vt:lpstr>PowerPoint Presentation</vt:lpstr>
      <vt:lpstr> Example 2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12:CYCLIC REDUNDANCY CHECK CODE(CRC)</dc:title>
  <dc:creator>langstone.shumba</dc:creator>
  <cp:lastModifiedBy>Langtone Shumba</cp:lastModifiedBy>
  <cp:revision>4</cp:revision>
  <dcterms:created xsi:type="dcterms:W3CDTF">2017-11-29T13:38:10Z</dcterms:created>
  <dcterms:modified xsi:type="dcterms:W3CDTF">2020-06-17T12:28:28Z</dcterms:modified>
</cp:coreProperties>
</file>